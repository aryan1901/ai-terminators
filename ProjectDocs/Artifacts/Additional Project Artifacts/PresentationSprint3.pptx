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jpeg"/><Relationship Id="rId4" Type="http://schemas.openxmlformats.org/officeDocument/2006/relationships/image" Target="../media/image-3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1463040"/>
            <a:ext cx="3657600" cy="36576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005840"/>
            <a:ext cx="4572000" cy="45720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548640"/>
            <a:ext cx="5486400" cy="54864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91440"/>
            <a:ext cx="6400800" cy="64008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-365760"/>
            <a:ext cx="7315200" cy="73152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2468880"/>
            <a:ext cx="1645920" cy="1645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24688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03  ·  DELIVERABLE 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Toolkit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Hub.</a:t>
            </a:r>
            <a:endParaRPr lang="en-US" sz="64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4864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for translation, summarization, flashcards, voice translation, and text-to-speech.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Patel  ·  U01999176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Bansari Shah  ·  U01983468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Prasanna  ·  U01950459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Patel  ·  U02002338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Pitroda  ·  U01992349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 in the next 30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377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scope and deliverables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377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377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017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and working agreement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3017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feedback improvements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657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recap and Sprint 3 backlog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657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3657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incomplete 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2976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metrics, and retrospective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4297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42976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plan and project demo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Flashcards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6092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5548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users, pain points, and our solution hypothesis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77440"/>
            <a:ext cx="5550408" cy="16916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73152" cy="1691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Students, educators, professionals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users working with long texts, PDFs, and cross-language communication.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9048" y="2377440"/>
            <a:ext cx="5550408" cy="16916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9048" y="2377440"/>
            <a:ext cx="73152" cy="169164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73368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fatigue and context loss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3368" y="3108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switching between multiple tools for translation, summarizing, studying, and voice work.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Fragmented experience across 3–5 apps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64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Limited history and export options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1572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Voice translation doesn't pair with text records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9048" y="4297680"/>
            <a:ext cx="5550408" cy="1783080"/>
          </a:xfrm>
          <a:prstGeom prst="rect">
            <a:avLst/>
          </a:prstGeom>
          <a:solidFill>
            <a:srgbClr val="111C4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47091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AI Toolkit Hub for students and multilingual professionals will reduce tool-switching time and improve comprehension by combining language and study workflows in one place.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PEOPLE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Roles &amp; Responsibilities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across product, frontend, backend, AI/ML, and QA / DevOps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11091672" cy="713232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109728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865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Patel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249631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user stories, backlog priority, sprint planning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11091672" cy="713232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36392"/>
            <a:ext cx="109728" cy="71323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912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Lead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5021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Bansari Shah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33009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UI, Tailwind CSS, API integration, flashcard 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41064"/>
            <a:ext cx="11091672" cy="713232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41064"/>
            <a:ext cx="109728" cy="71323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95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Lead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3068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Patel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10565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APIs, JWT authentication, database, endpoints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45736"/>
            <a:ext cx="11091672" cy="713232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745736"/>
            <a:ext cx="109728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 Lead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1114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Pitroda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491032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integration, prompt design, PDF→flashcard logic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11091672" cy="713232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550408"/>
            <a:ext cx="109728" cy="71323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605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/ DevOps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5916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Prasanna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0" y="5715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GitHub workflow, deployment, documentation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OPERATING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Working Agreement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norms, meetings, and accountability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5550408" cy="18745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5550408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96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Meet, WhatsApp, Notion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24-hour response time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Early notice when unavailable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9048" y="2331720"/>
            <a:ext cx="5550408" cy="18745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2331720"/>
            <a:ext cx="5550408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2496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28346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Saturday 4–5 PM (Virtual)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Monday 9–10 PM (Virtual)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Wednesday 4:30–5:30 PM (In-person)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550408" cy="18745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43400"/>
            <a:ext cx="5550408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07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EXPECTATIONS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Complete tasks by deadline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Reach out early if blocked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Fair workload distribution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9048" y="4343400"/>
            <a:ext cx="5550408" cy="18745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9048" y="4343400"/>
            <a:ext cx="5550408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4507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&amp;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73368" y="48463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Supportive accountability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 about missed deadlines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 work before submission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ITERATION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Improvements from Professor Feedback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response to last sprint's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743200"/>
            <a:ext cx="3520440" cy="32918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Re-scoped MVP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348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includes usable product features — not authentication alone.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743200"/>
            <a:ext cx="3520440" cy="32918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926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262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recap added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26280" y="4297680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4348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Sprint 2 recap and Sprint 3 summary sections introduced.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743200"/>
            <a:ext cx="3520440" cy="32918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926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22960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Aligned artifacts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0" y="4297680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4348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test cases, and metrics are aligned with the current sprint.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PERSONA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Liam Chen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Learner / Accessibility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3200400" cy="374904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2697480"/>
            <a:ext cx="1828800" cy="1828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6974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Liam Chen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Learner / Accessibility User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587752"/>
            <a:ext cx="3657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6974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Practice real-time conversations via voice translation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Generate audio from text content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Improve language comprehension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TOOLKIT HELPS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587752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6974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voice translation supports conversation practice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Text-to-speech improves accessibility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Translator supports multilingual learning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5486400"/>
            <a:ext cx="7708392" cy="59436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57424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support in many apps   ·   Too many separate 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PERSONA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 Carter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Professional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3200400" cy="374904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2697480"/>
            <a:ext cx="1828800" cy="18288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6974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 Carter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Professional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587752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6974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Translate client communication quickly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Summarize long reports into key points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Listen to content while multitasking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TOOLKIT HELPS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587752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6974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Translator speeds communication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Summarizer extracts main insights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Text-to-speech supports multitasking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5486400"/>
            <a:ext cx="7708392" cy="59436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57424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long reports is time-consuming   ·   Using multiple tools slows 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PERSONA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Gonzalez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3200400" cy="374904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2697480"/>
            <a:ext cx="1828800" cy="182880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6974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Gonzalez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587752"/>
            <a:ext cx="36576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6974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Translate academic material quickly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Summarize long articles for study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Convert PDFs into flashcards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TOOLKIT HELPS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587752"/>
            <a:ext cx="36576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6974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Translation helps understand course material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Summaries reduce reading time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PDF-to-flashcards creates study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5486400"/>
            <a:ext cx="7708392" cy="59436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57424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English content is difficult   ·   Manual study-note creation takes 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Viable Product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usable version of AI Toolkit Hub for Sprint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users can interact with the product through voice-based features inside a single, unified application.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17520"/>
            <a:ext cx="3520440" cy="73152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301752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3017520"/>
            <a:ext cx="352044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UI flow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01752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3017520"/>
            <a:ext cx="3520440" cy="7315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32104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integration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09160"/>
            <a:ext cx="3520440" cy="73152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37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2296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translation feature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470916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4709160"/>
            <a:ext cx="352044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937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dashboard / navigation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470916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4709160"/>
            <a:ext cx="3520440" cy="7315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937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32104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(TTS)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AI services, and database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5349240" cy="178308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91440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96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 ·   Tailwind CSS   ·   Axios   ·   react-card-flip   ·   Framer Motion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48" y="2331720"/>
            <a:ext cx="5349240" cy="178308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2331720"/>
            <a:ext cx="91440" cy="17830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2496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28346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  ·   Multer (uploads)   ·   pdf-parse   ·   JWT + bcrypt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349240" cy="178308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51960"/>
            <a:ext cx="91440" cy="17830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16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MyMemory Translation API   ·   Hugging Face (BART, FLAN-T5)   ·   Web Speech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9048" y="4251960"/>
            <a:ext cx="5349240" cy="178308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9048" y="4251960"/>
            <a:ext cx="91440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4416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73368" y="4754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UNDER THE HOOD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&amp; Processing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feature is powered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5349240" cy="12344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974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96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Translation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MyMemory API + rule-based handling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language mapping, history logging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9048" y="2331720"/>
            <a:ext cx="5349240" cy="12344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26974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67728" y="2496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Summarization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7728" y="2788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facebook/bart-large-cnn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67728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control, formatting, response cleanup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349240" cy="12344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867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→ Flashcards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google/flan-t5-large + pdf-parse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4434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chunking, Q&amp;A generation, JSON formatting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99048" y="3703320"/>
            <a:ext cx="5349240" cy="12344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7648" y="40690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67728" y="3867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Voice Translation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67728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→ Translate → Synth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67728" y="4434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transcription, API chaining, fallback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5349240" cy="12344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54406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17320" y="5239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Text-to-Speech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17320" y="5532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5806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selection, pitch / rate control, playback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9048" y="5074920"/>
            <a:ext cx="5349240" cy="123444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39" name="Shape 37"/>
          <p:cNvSpPr/>
          <p:nvPr/>
        </p:nvSpPr>
        <p:spPr>
          <a:xfrm>
            <a:off x="6327648" y="54406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0" name="Text 38"/>
          <p:cNvSpPr/>
          <p:nvPr/>
        </p:nvSpPr>
        <p:spPr>
          <a:xfrm>
            <a:off x="6327648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7728" y="5239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67728" y="5532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67728" y="5806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hashing, token gen, middleware verification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architecture diagram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11091672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11" y="2377440"/>
            <a:ext cx="2441529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Diagram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context with users and services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11091672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696" y="2377440"/>
            <a:ext cx="8417560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database design and entity relationships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11091672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60" y="2377440"/>
            <a:ext cx="10254632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Diagram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flow for the PDF-to-flashcards feature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11091672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943" y="2377440"/>
            <a:ext cx="7881065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Diagram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 for flashcard generation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11091672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6809" y="2377440"/>
            <a:ext cx="3415335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→ Sprint 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on, and where we took 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SPRINT 2 ESTABLISHED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5720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5349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Authentication foundation — login + registration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structure and MongoDB connection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Initial API testing using Postman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 architecture and diagrams prepared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91072" y="2331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SPRINT 3 BUILDS ON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2606040"/>
            <a:ext cx="4572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2788920"/>
            <a:ext cx="5349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Transitioned UI toward an interactive, voice-enabled experience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voice translation across multiple languages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Text-to-Speech (TTS) for dynamic audio responses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Speech-to-Text (STT) for seamless voice input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Shifted focus from setup to intelligent, user-centric features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Journey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deliverables, one product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840480"/>
            <a:ext cx="8534095" cy="45720"/>
          </a:xfrm>
          <a:prstGeom prst="rect">
            <a:avLst/>
          </a:prstGeom>
          <a:solidFill>
            <a:srgbClr val="26326B"/>
          </a:solidFill>
          <a:ln/>
        </p:spPr>
      </p:sp>
      <p:sp>
        <p:nvSpPr>
          <p:cNvPr id="9" name="Shape 7"/>
          <p:cNvSpPr/>
          <p:nvPr/>
        </p:nvSpPr>
        <p:spPr>
          <a:xfrm>
            <a:off x="1664208" y="3703320"/>
            <a:ext cx="329184" cy="32918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0 — 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architecture, auth setup, dashboard basics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8906" y="3703320"/>
            <a:ext cx="329184" cy="32918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3484778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4778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— Progress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84778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flows, diagrams, feedback updates, core integration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53605" y="3703320"/>
            <a:ext cx="329184" cy="32918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8" name="Text 16"/>
          <p:cNvSpPr/>
          <p:nvPr/>
        </p:nvSpPr>
        <p:spPr>
          <a:xfrm>
            <a:off x="6329477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9477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— Progress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9477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completed, all APIs completed, flashcard generation done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98303" y="370332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174175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74175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— Current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4175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complete, all APIs complete, voice translation, TTS done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Backlog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work for the current sprint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11091672" cy="45720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/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9264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91672" cy="566928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8346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 UI across main screens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332720" y="29535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0" y="295351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91672" cy="566928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4747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all backend APIs and integrations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32720" y="35935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2720" y="35935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1672" cy="566928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148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411480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voice translation functionality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332720" y="42336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423367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91672" cy="566928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75488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47548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Text-to-Speech (TTS) for audio output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332720" y="4873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0" y="48737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11091672" cy="566928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94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539496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profile page UI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332720" y="551383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10332720" y="5513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Stories —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stories and carryover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Fully functional UI — seamless navigation across core screens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Backend APIs fully integrated and validated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voice translation enabling multi-language communication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Secure authentication and profile management implemented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Text-to-Speech (TTS) delivering dynamic audio responses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2377440"/>
            <a:ext cx="3959352" cy="3657600"/>
          </a:xfrm>
          <a:prstGeom prst="rect">
            <a:avLst/>
          </a:prstGeom>
          <a:solidFill>
            <a:srgbClr val="111C4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606040"/>
            <a:ext cx="39593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7680960" y="416052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delivery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90888" y="4617720"/>
            <a:ext cx="54864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75488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carryover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STORIES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Stories &amp; Acceptance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Voice Translation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77440"/>
            <a:ext cx="5550408" cy="365760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550408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to register and log in securely so that I can access the AI Toolkit Hub and my personalized workspace.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Account creation with required fields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Login with valid credentials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Invalid credentials show an error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Protected screens require auth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9048" y="2377440"/>
            <a:ext cx="5550408" cy="365760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9048" y="2377440"/>
            <a:ext cx="5550408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Translation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368" y="3337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to translate spoken or typed input into another language so I can communicate easily.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73368" y="448056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Voice or text input accepted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Speech-to-Text converts accurately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Translated output in selected language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Multiple languages supported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STORIES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Stories &amp; Acceptance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and Product 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77440"/>
            <a:ext cx="5550408" cy="365760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550408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to hear translated or input text as audio so I can understand pronunciation and improve accessibility.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audio output from text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Smooth, responsive playback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Multiple languages and voices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on translated and original 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9048" y="2377440"/>
            <a:ext cx="5550408" cy="365760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9048" y="2377440"/>
            <a:ext cx="5550408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Product UI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368" y="3337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a clean, navigable interface so I can easily use all voice features.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73368" y="448056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 screens load correctly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Smooth navigation across features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Clean, usable release demo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Visually complete for presentation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QA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Test Cases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authentication, navigation, integration, and voice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11091672" cy="45720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0" y="2331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5276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91672" cy="50292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459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valid user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successfully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018520" y="295351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018520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1091672" cy="502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45920" y="3383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31920" y="3383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registered credentials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89520" y="3383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redirected into app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018520" y="350215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101852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1091672" cy="50292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9319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45920" y="3931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Navigation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31920" y="3931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across core app screens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navigation, no errors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1018520" y="405079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852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480560"/>
            <a:ext cx="11091672" cy="502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80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45920" y="4480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31920" y="4480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backend APIs via frontend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8952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timely responses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1018520" y="459943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39"/>
          <p:cNvSpPr/>
          <p:nvPr/>
        </p:nvSpPr>
        <p:spPr>
          <a:xfrm>
            <a:off x="11018520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029200"/>
            <a:ext cx="11091672" cy="50292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029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64592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Translation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931920" y="5029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voice / text and translate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8952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multi-language result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1018520" y="514807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8" name="Text 46"/>
          <p:cNvSpPr/>
          <p:nvPr/>
        </p:nvSpPr>
        <p:spPr>
          <a:xfrm>
            <a:off x="11018520" y="5148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5577840"/>
            <a:ext cx="11091672" cy="502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577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645920" y="5577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931920" y="5577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audio from input / translated text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58952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responsive audio output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1018520" y="569671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11018520" y="5696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QA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in Sprint 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shipped this sprint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5349240" cy="1645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68880"/>
            <a:ext cx="91440" cy="1645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Complete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main screens delivered with polish and consistency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9048" y="2468880"/>
            <a:ext cx="5349240" cy="1645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9048" y="2468880"/>
            <a:ext cx="91440" cy="16459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196328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APIs Complete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96328" y="31546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endpoints integrated and validated end-to-end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49240" cy="1645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297680"/>
            <a:ext cx="91440" cy="16459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64592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Flashcard Generation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4983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flashcards working through FLAN-T5 pipeline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9048" y="4297680"/>
            <a:ext cx="5349240" cy="164592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9048" y="4297680"/>
            <a:ext cx="91440" cy="1645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196328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Auth: Login &amp; Register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96328" y="4983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JWT-based authentication flow stable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Metrics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using current task count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3520440" cy="274320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68880"/>
            <a:ext cx="352044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468880"/>
            <a:ext cx="3520440" cy="274320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2468880"/>
            <a:ext cx="3520440" cy="7315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78892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425196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2468880"/>
            <a:ext cx="3520440" cy="2743200"/>
          </a:xfrm>
          <a:prstGeom prst="rect">
            <a:avLst/>
          </a:prstGeom>
          <a:solidFill>
            <a:srgbClr val="111C4E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2468880"/>
            <a:ext cx="352044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78892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795528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COMMITTED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·  APIs  ·  Voice Translation  ·  TTS  ·  Auth  ·  Profile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·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Velocity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 vs. historical average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deliverables / sprint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6793992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2468880"/>
            <a:ext cx="6428232" cy="3749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·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Burndown Chart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remaining over the sprint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11091672" cy="3977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468880"/>
            <a:ext cx="10725912" cy="3703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· REFLECTION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Retrospective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and what to improve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77440"/>
            <a:ext cx="5550408" cy="365760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550408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 UI implementation completed successfully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APIs fully integrated and working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Voice translation implemented successfully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Text-to-Speech with smooth audio output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Core authentication and profile are stable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9048" y="2377440"/>
            <a:ext cx="5550408" cy="3657600"/>
          </a:xfrm>
          <a:prstGeom prst="rect">
            <a:avLst/>
          </a:prstGeom>
          <a:solidFill>
            <a:srgbClr val="1722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2377440"/>
            <a:ext cx="5550408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IMPROVE 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292608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major improvements identified — sprint executed as planned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Continue maintaining code quality and performance standards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Explore enhancements and new feature opportunities next sprint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Demo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entry point — modern React 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11091672" cy="3977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468880"/>
            <a:ext cx="10725912" cy="3703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Product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screens across the application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2404872"/>
            <a:ext cx="5202936" cy="17282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99048" y="233172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2404872"/>
            <a:ext cx="5202936" cy="17282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34340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416552"/>
            <a:ext cx="5202936" cy="172821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99048" y="434340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4416552"/>
            <a:ext cx="5202936" cy="1728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67512" cy="667512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&amp; Translation in Action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features and translation flows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2404872"/>
            <a:ext cx="5202936" cy="17282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99048" y="233172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2404872"/>
            <a:ext cx="5202936" cy="17282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34340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416552"/>
            <a:ext cx="5202936" cy="172821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99048" y="4343400"/>
            <a:ext cx="5349240" cy="1874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4416552"/>
            <a:ext cx="5202936" cy="1728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·  SPRINT 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3657600" cy="36576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1463040"/>
            <a:ext cx="4389120" cy="438912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60320" y="1097280"/>
            <a:ext cx="5120640" cy="512064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926080" y="731520"/>
            <a:ext cx="5852160" cy="585216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291840" y="365760"/>
            <a:ext cx="6583680" cy="658368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0" y="0"/>
            <a:ext cx="7315200" cy="7315200"/>
          </a:xfrm>
          <a:prstGeom prst="ellipse">
            <a:avLst/>
          </a:prstGeom>
          <a:ln w="9525">
            <a:solidFill>
              <a:srgbClr val="2632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463040" cy="14630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0" y="4572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 ·  END OF DELIVERABLE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3000" dirty="0"/>
          </a:p>
        </p:txBody>
      </p:sp>
      <p:sp>
        <p:nvSpPr>
          <p:cNvPr id="12" name="Shape 10"/>
          <p:cNvSpPr/>
          <p:nvPr/>
        </p:nvSpPr>
        <p:spPr>
          <a:xfrm>
            <a:off x="1417320" y="4434840"/>
            <a:ext cx="640080" cy="5486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 —  Sprint 3 Presentation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 ·  Bansari  ·  Lakshmi  ·  Pratham  ·  Vivek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Team AI Toolkit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Toolkit Hub — Sprint 3</dc:title>
  <dc:subject>PptxGenJS Presentation</dc:subject>
  <dc:creator>PptxGenJS</dc:creator>
  <cp:lastModifiedBy>PptxGenJS</cp:lastModifiedBy>
  <cp:revision>1</cp:revision>
  <dcterms:created xsi:type="dcterms:W3CDTF">2026-05-05T14:02:40Z</dcterms:created>
  <dcterms:modified xsi:type="dcterms:W3CDTF">2026-05-05T14:02:40Z</dcterms:modified>
</cp:coreProperties>
</file>