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397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4135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29881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3030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5409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10972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40417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43161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72865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37099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6692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66142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24316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470766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41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25743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5630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109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57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33" y="1082603"/>
            <a:ext cx="24486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1948177"/>
            <a:ext cx="494548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555474" y="3342706"/>
            <a:ext cx="2861653" cy="119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Aryan Patel(U01999176)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Bansari Shah(U01983468)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Laxmi Prasanna(U01950459)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Pratham Patel(U02002338)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Vivek Pitroda(U01992349)</a:t>
            </a:r>
            <a:endParaRPr lang="en-US" sz="14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030AC9-DD80-A84A-6F6E-3DC5F570222E}"/>
              </a:ext>
            </a:extLst>
          </p:cNvPr>
          <p:cNvSpPr txBox="1"/>
          <p:nvPr/>
        </p:nvSpPr>
        <p:spPr>
          <a:xfrm>
            <a:off x="1290595" y="3348691"/>
            <a:ext cx="17162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sz="1400" b="0" i="0" dirty="0">
                <a:solidFill>
                  <a:schemeClr val="bg1"/>
                </a:solidFill>
                <a:effectLst/>
              </a:rPr>
              <a:t>Presented By:</a:t>
            </a:r>
            <a:endParaRPr lang="en-US" sz="1400" dirty="0">
              <a:solidFill>
                <a:schemeClr val="bg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D8FBE0-0563-DF9B-767F-F06FB985A102}"/>
              </a:ext>
            </a:extLst>
          </p:cNvPr>
          <p:cNvSpPr txBox="1"/>
          <p:nvPr/>
        </p:nvSpPr>
        <p:spPr>
          <a:xfrm>
            <a:off x="6193" y="2628878"/>
            <a:ext cx="28616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600" b="1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5 AI-powered tools</a:t>
            </a: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6400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463040" y="13258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Team Introductions &amp; Roles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6400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Statement &amp; Hypothesis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011680"/>
            <a:ext cx="6400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Project Description &amp; Solution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2377440"/>
            <a:ext cx="6400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3040" y="242316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User Personas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2743200"/>
            <a:ext cx="6400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Technologies &amp; Architecture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108960"/>
            <a:ext cx="6400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63040" y="31546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Algorithms Overview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3474720"/>
            <a:ext cx="6400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Project Schedule &amp; Cadence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71600" y="3840480"/>
            <a:ext cx="6400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63040" y="38862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Team Working Agreement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71600" y="4206240"/>
            <a:ext cx="6400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63040" y="425196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Retrospective &amp;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&amp; Responsibilities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73152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2618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5087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Patel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474720" y="12618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user stories, backlog priority, sprint planning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1874520"/>
            <a:ext cx="73152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19476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Lead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21945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Bansari Shah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19476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UI, Tailwind CSS, API integration, flashcard UI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2560320"/>
            <a:ext cx="73152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26334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Lead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0080" y="2880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Pratham Patel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74720" y="26334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APIs, JWT authentication, database, endpoints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3246120"/>
            <a:ext cx="73152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33192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Lead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0080" y="3566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Pitroda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474720" y="33192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 integration, prompt design, PDF to flashcard logic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57200" y="3931920"/>
            <a:ext cx="73152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0080" y="40050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QA/DevOps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0080" y="42519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Lakshmi Prasanna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474720" y="40050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GitHub workflow, deployment, documentation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educators, professionals, and multilingual users working with long texts, PDFs, and cross-language communication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4632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846320" y="1508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wasted switching between multiple tools for translation, summarizing, studying, and voice translation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2468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Solutions Fail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27889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experience across 3-5 apps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history and export options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translation doesn't pair with text records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3566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8640" y="38862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that building a single AI Toolkit Hub for students and multilingual professionals will reduce time spent switching tools and improve comprehension by combining language and study workflows into one unified platform.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00A896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web application providing five AI-powered tools for students and professionals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393192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2450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Translator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2715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text translation across 50+ languages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228600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2286000"/>
            <a:ext cx="393192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92040" y="2450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892040" y="2715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 long articles into key points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15468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3154680"/>
            <a:ext cx="393192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4360" y="3319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to Flashcards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94360" y="3584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study material creation from PDFs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54880" y="315468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54880" y="3154680"/>
            <a:ext cx="393192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92040" y="3319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Voice Translator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892040" y="3584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speech translation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" y="4023360"/>
            <a:ext cx="393192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94360" y="41879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94360" y="4453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text-to-speech with customizable voice options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Student, 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762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faster, turn lecture PDFs into revision material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9077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reading, hard to identify key points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4747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Help: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6850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chapters + generates flashcards from PDFs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09728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29000" y="1097280"/>
            <a:ext cx="27432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66160" y="1188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Khan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16916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Student, 24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19659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21762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English materials and communicate confidently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26974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29077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barriers, slow reading, fear of misunderstanding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34747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Help: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36850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voice translation with saved history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109728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00800" y="1097280"/>
            <a:ext cx="27432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37960" y="1188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Martinez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37960" y="16916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Professional, 29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19659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21762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understand reports/emails and create short briefs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26974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29077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documents, time pressure, needs clean outputs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34747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Help: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36850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summarizer with export options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73152" cy="1463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1298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164592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react-card-flip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73152" cy="1463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83480" y="1298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164592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(file uploads)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pdf-parse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78892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2788920"/>
            <a:ext cx="73152" cy="1463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2898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7240" y="324612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MyMemory Translation API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(BART, FLAN-T5)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278892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54880" y="2788920"/>
            <a:ext cx="73152" cy="1463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83480" y="2898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74920" y="324612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Architecture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AI inference with structured workflow logic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4447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Translation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16642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MyMemory API + rule-based handling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017520" y="14447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validation, language mapping, history logging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20391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22585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facebook/bart-large-cnn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017520" y="203911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control, formatting logic, response cleanup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56032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" y="26334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to Flashcards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94360" y="285292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google/flan-t5-large + pdf-parse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017520" y="263347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extraction, chunking, Q&amp;A generation, JSON formatting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15468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32278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Voice Translation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4360" y="344728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SpeechRecognition → Translation → Synthesis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017520" y="322783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transcription, API chaining, error fallback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74904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4360" y="38221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94360" y="404164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017520" y="382219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selection, pitch/rate control, playback management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34340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94360" y="44165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94360" y="46360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017520" y="44165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hashing, token generation, middleware verification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 &amp; Cadence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94360" y="13258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51560" y="12801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Length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152704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sprints for adequate planning, development, and review time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85623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993392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1993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51560" y="1947672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51560" y="219456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 each sprint - review goals and assign tasks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523744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4360" y="2660904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26609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51560" y="2615184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Stand-ups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51560" y="286207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times per week - share progress and blockers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191256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94360" y="3328416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94360" y="33284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51560" y="3282696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51560" y="352958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- present completed work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858768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94360" y="3995928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94360" y="39959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51560" y="395020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051560" y="4197096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review - discuss improvements for next sprint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Working Agreement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94360" y="1298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16276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Meet, WhatsApp, Notion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response 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notification of unavailability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92040" y="1298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983480" y="162763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4-5pm (Virtual)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9-10pm (Virtual)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4:30-5:30pm (In-person)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28072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Expectations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" y="313639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assigned tasks by deadline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early if blocked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workload distribution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269748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92040" y="28072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&amp; Quality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983480" y="313639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accountability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communication on missed deadlines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work before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Retrospective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261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What Went Well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581912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project scope and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tech stack and APIs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 ownership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team communication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shared wiki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46320" y="1261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Areas for Improvement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37760" y="158191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earlier wireframes to avoid UI rework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API response format needed before frontend integration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880360"/>
            <a:ext cx="8229600" cy="155448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Actions for Sprint 1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40080" y="3429000"/>
            <a:ext cx="7863840" cy="438912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34930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43000" y="3493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API contract document with request/response examples for each endpoint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3931920"/>
            <a:ext cx="7863840" cy="438912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1520" y="39959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43000" y="3995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 UI component library (buttons, cards, modals, loading/error states)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Sprint 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 Hub Team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</TotalTime>
  <Words>807</Words>
  <Application>Microsoft Office PowerPoint</Application>
  <PresentationFormat>On-screen Show (16:9)</PresentationFormat>
  <Paragraphs>185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0 - AI Toolkit Hub</dc:title>
  <dc:subject>PptxGenJS Presentation</dc:subject>
  <dc:creator>AI Toolkit Hub Team</dc:creator>
  <cp:lastModifiedBy>Bansari Shah</cp:lastModifiedBy>
  <cp:revision>6</cp:revision>
  <dcterms:created xsi:type="dcterms:W3CDTF">2026-02-16T02:56:59Z</dcterms:created>
  <dcterms:modified xsi:type="dcterms:W3CDTF">2026-02-18T02:52:29Z</dcterms:modified>
</cp:coreProperties>
</file>